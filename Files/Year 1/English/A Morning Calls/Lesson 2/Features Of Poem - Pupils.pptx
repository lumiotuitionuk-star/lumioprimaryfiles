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79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71B0-767A-25E4-0B31-1EE3E9E80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31787-9960-C19A-2EA5-D2E38302C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33869-0719-08F1-1EB8-4B4EC03FB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83E84-0A8E-63D1-5541-758C6BD8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570AA-1245-FA9A-843C-21FF19F4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72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6246-13F2-683F-AE5A-EFA4EEEE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1733-8B5D-C00A-ED3A-8000FFCA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E1406-B758-FA03-24C9-FC2FEAE6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41D72-6EBD-F5BA-78D5-1F6D93A1E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14635-FF83-15AE-C04E-594CA59C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84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B21C0-263B-2DA6-3F6B-B347DC1BF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5FB0B-56F9-8BB3-BED2-9C79DEB7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6BF6-65BF-C07E-81CD-938238E68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9646-B907-2CEB-3ABF-AA958ADF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ED2B3-2F4F-4EBF-E4E5-F81B80C9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55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D69F-CEEB-E44B-600C-E0081CD8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0554-A24D-DD39-B2C2-28AA8E3C5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9CBAF-DEC0-B4E3-A1DF-B28293ECA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D7DEB-BD6E-62A5-8767-6E1E4830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6ADF1-5E99-007B-E7BF-4B81BC4F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56E46-F0C7-DCF3-52DF-231B61B8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753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5481-876E-7BA3-47BC-9CAD891D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191D0-E5BB-4904-E372-C413DD752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E7C1B-F0BB-F8BD-A5C3-6E70E9487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590EF-052A-CD36-A26C-3D5144253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6A6D7-7164-496C-40E3-95F520D4B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446BF-0BFA-2626-2E80-4EB50E9A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C04504-0D13-B969-3A8F-8CEFEC19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FC0D5-B123-A5BD-756A-2094028C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42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284D-9846-9813-A32D-B620BA5C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057BD-3F33-DAEF-5284-484DA2CF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84632-C68C-B71B-9E5B-A503C94D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C6FE4-E094-2C74-A9FE-F59223B0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25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B29CD-7A9F-A498-DE57-9EAAB79D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77A40-2798-4B9B-CB13-591EEFAF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D7AE6-037E-C0BF-0F2C-79A077E8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00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6978-496F-F9AF-754F-E23F5539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79E22-DFD3-D01F-A7A1-87AB9DC72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57B1B-6F75-7DB6-C013-D1C381041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FEF39-E79D-5880-312F-FDC8C88BC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68A4-1DEA-306B-9E64-954970BD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5FCED-7164-CF5D-236A-1E18D727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61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19B1-709E-B903-580E-AE5A98D73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660FC-1765-5A2B-D97A-BBDFE01AC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F5DF6-62CB-9CBD-7BEC-DCD7D2F68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B2A6B-2D6B-FE30-E339-EAC499C3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22B59-A649-0013-D936-71F33E97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F8AA0-B748-E955-8EA7-51D6F051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17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3E39-BD2D-5C90-9B28-3DE380CC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AAA5F-4CBE-478B-870A-2305B3872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FA975-AB82-2EFA-8FBB-EB86306D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E40C4-4D87-E3B7-08AB-99EA1E815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21853-C487-167A-9E46-250164A7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4134-7161-4E1E-C1A7-3F7A81E61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A893C-3072-23C3-5543-D26F014F2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96C58-786C-8EE2-6046-A0AB4E21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0594F-189D-7A20-F4E1-D463A927F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AA459-4191-13CE-9855-0CEFCB18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67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CB857D-7253-8CB3-497B-C936C8D9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FCFB6-6FA5-F1DB-CF29-AE150B134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30498-2C85-8237-8959-9A3B40E33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3EFBF-C3F7-47E4-B48C-7531614833D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414A9-71CD-6609-242E-FA608AA12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A59ED-4D67-3521-6187-5C28E0B17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D8912-667E-4BB1-A2FF-02812F121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96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217C-1537-9F85-E080-3DDA478E7576}"/>
              </a:ext>
            </a:extLst>
          </p:cNvPr>
          <p:cNvSpPr txBox="1"/>
          <p:nvPr/>
        </p:nvSpPr>
        <p:spPr>
          <a:xfrm>
            <a:off x="413910" y="2644170"/>
            <a:ext cx="113641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Features Of A Poem - Pupils</a:t>
            </a:r>
          </a:p>
          <a:p>
            <a:r>
              <a:rPr lang="en-GB" sz="3200" dirty="0"/>
              <a:t>The next slide will show you the features of a poem, if you need to use it for your work.</a:t>
            </a:r>
          </a:p>
        </p:txBody>
      </p:sp>
    </p:spTree>
    <p:extLst>
      <p:ext uri="{BB962C8B-B14F-4D97-AF65-F5344CB8AC3E}">
        <p14:creationId xmlns:p14="http://schemas.microsoft.com/office/powerpoint/2010/main" val="1979409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Features of Poetry | TPT">
            <a:extLst>
              <a:ext uri="{FF2B5EF4-FFF2-40B4-BE49-F238E27FC236}">
                <a16:creationId xmlns:a16="http://schemas.microsoft.com/office/drawing/2014/main" id="{5D77CF10-C9EA-1F74-7833-B64ECF313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00948" y="1231710"/>
            <a:ext cx="3390104" cy="439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532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Taheem Hossainn;Lumio Tuition</dc:creator>
  <cp:lastModifiedBy>Taheem Hossainn</cp:lastModifiedBy>
  <cp:revision>1</cp:revision>
  <dcterms:created xsi:type="dcterms:W3CDTF">2025-11-22T12:04:59Z</dcterms:created>
  <dcterms:modified xsi:type="dcterms:W3CDTF">2025-11-22T12:09:59Z</dcterms:modified>
</cp:coreProperties>
</file>